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AI-Powered Insurance Claims Assistant</a:t>
            </a:r>
          </a:p>
          <a:p>
            <a:pPr>
              <a:spcBef>
                <a:spcPts val="1000"/>
              </a:spcBef>
              <a:defRPr sz="1800">
                <a:solidFill>
                  <a:srgbClr val="93C5FD"/>
                </a:solidFill>
              </a:defRPr>
            </a:pPr>
            <a:r>
              <a:t>Hybrid RAG Retrieval, Multi-Agent Claims Orchestration, and Explainable Predictive ML</a:t>
            </a:r>
          </a:p>
          <a:p>
            <a:pPr>
              <a:spcBef>
                <a:spcPts val="2500"/>
              </a:spcBef>
              <a:defRPr sz="1400">
                <a:solidFill>
                  <a:srgbClr val="CBD5E1"/>
                </a:solidFill>
              </a:defRPr>
            </a:pPr>
            <a:r>
              <a:t>Capstone Project Presentation | Property &amp; Casualty Insurance (P&amp;C)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CAPSTONE PROJECT: AI-POWERED INSURANCE CLAIMS ASSISTANT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Industry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Industry Pain Points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Carriers process massive claim volumes across Auto, Home, Renters, and Business.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Manual inspection of historical archives takes 18 to 35 days per claim.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Disproportionate adjuster workload leads to settlement inconsistencies.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Insurance fraud accounts for &gt;$308B annual losses across the industry.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Legacy claims management systems lack semantic search and contextual reasoning.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120640" cy="493776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Business Questions Addressed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Has a similar claim been processed previously, and what was its settlement outcome?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What claim characteristics drive higher financial exposure or longer resolution times?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Does a new claim exhibit patterns resembling previously flagged fraudulent claims?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How can low-risk claims be fast-tracked while flagging suspicious claims for SIU audit?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How to enforce input guardrails and measure recommendation quality objectively?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CAPSTONE PROJECT: AI-POWERED INSURANCE CLAIMS ASSISTANT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Data &amp; Hybrid Search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Hugging Face 100M Dataset sample (13 core fields).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ChromaDB Vector Store (Cosine Similarity).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Rank-BM25 Keyword Search Engine.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Reciprocal Rank Fusion (RRF) for unified ranking.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Dynamic metadata filters (State, Type, Amount).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291840" cy="4937760"/>
          </a:xfrm>
          <a:prstGeom prst="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Multi-Agent &amp; ML Engine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Triage &amp; Complexity Classifier (P1 to P4 SLA).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Investigation Agent analyzes history &amp; precedents.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Risk Assessment Agent extracts fraud drivers.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Recommendation Agent determines pathway.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Independent LLM-as-Judge audit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291840" cy="4937760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Microservice &amp; Frontend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FastAPI Asynchronous Microservice (Port 8000).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Interactive Streamlit Dashboard (frontend.py).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Human-in-the-Loop Feedback Loop.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Input Validation &amp; Security Guardrails.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DeepEval Automated Quality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CAPSTONE PROJECT: AI-POWERED INSURANCE CLAIMS ASSISTANT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Multi-Agent Claims Workflow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Agent 1: Intake &amp; Triage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Validates schema &amp; ranges.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Sanitizes prompt injection.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Classifies complexity level.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Assigns priority rank (P1–P4).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Establishes target resolution SLA.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46888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Agent 2: Investigation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Retrieves peer claim precedents.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Reviews policyholder tenure.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Checks previous claim frequency.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Cross-examines loss timeline.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Summarizes precedent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246888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Agent 3: Risk Assessment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Predicts fraud probability %.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Calculates claim-to-deductible ratio.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Identifies top risk drivers.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Flags coverage anomalies.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Assigns risk tier.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371600"/>
            <a:ext cx="246888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Agent 4: Recommendation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Decides AUTO_APPROVE vs SIU.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Calculates net settlement payout.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Generates actionable checklist.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Produces executive rationale.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Evaluated by LLM Judge (9.3/10).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CAPSTONE PROJECT: AI-POWERED INSURANCE CLAIMS ASSISTANT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Predictive Machine Learning &amp; Explainable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Trained ML Estimators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Trained on Hugging Face 100M insurance claims sample.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Claim Amount Regressor: Predicts expected payout loss distribution.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Resolution Time Regressor: Estimates turnaround days to close claim.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Fraud Risk Classifier: Predicts fraud likelihood based on ground truth.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Sub-10ms inference speed via Scikit-Learn ensemble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12064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Explainable Underwriting Drivers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Short policyholder tenure (&lt;1 yr) triggers new-customer baseline checks.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Repeat claim frequency (&amp;ge;2 prior claims) flags moral hazard risk.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Claim-to-deductible ratio (&gt;20x) indicates outsized financial exposure.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Unusual filing latency (&gt;60 days after incident) triggers verification.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Feature importance transparently surfaced in adjuster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CAPSTONE PROJECT: AI-POWERED INSURANCE CLAIMS ASSISTANT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Evaluation Results (DeepEval &amp; LLM-as-Judge)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Quantitative Metric Highlights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DeepEval Faithfulness: 95.0% (Grounding in claim facts).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DeepEval Answer Relevancy: 96.0% (Actionable handling steps).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Underwriting Policy Compliance: 95.0% (Adherence to guidelines).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LLM-as-Judge Audit Score: 9.3 / 10.0 (Overall Quality Grade).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Guardrail Security: 100% Prompt Injection &amp; Range Check Pass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12064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Benchmark Test Scenarios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TC-001 (Auto collision): Correctly designated AUTO_APPROVE (Fast-track).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TC-002 (Business arson risk): Correctly routed to SIU_REFERRAL.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TC-003 (Home water damage): Correctly routed to MANUAL_REVIEW.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Zero False Negatives on critical fraud indicators.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Full test suite passing with 13 automated unit &amp; API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CAPSTONE PROJECT: AI-POWERED INSURANCE CLAIMS ASSISTANT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Project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Mandatory Deliverables Status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Complete Source Code in clean modular layout (FastAPI + Streamlit).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Architecture Diagram (architecture/Architecture_Diagram.pdf).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Design Document (design/Design_Document.pdf).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API Documentation (docs/API_Documentation.pdf).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Dataset Details (docs/Dataset_Details.pdf).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Evaluation Report (docs/Evaluation_Report.pdf).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Presentation Deck (presentation/Project_Presentation.pptx).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120640" cy="4937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Business Impact &amp; Next Steps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Reduces routine claims processing time from days to minutes.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Provides transparent, explainable fraud detection checkpoints.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Continuous improvement through human-in-the-loop feedback store.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Ready for enterprise deployment via Docker / Kubernetes.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Production-grade engineering built for FTE conversion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