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ClaimLens: AI-Powered Insurance Claims Assistant</a:t>
            </a:r>
          </a:p>
          <a:p>
            <a:pPr>
              <a:spcBef>
                <a:spcPts val="1000"/>
              </a:spcBef>
              <a:defRPr sz="1800">
                <a:solidFill>
                  <a:srgbClr val="93C5FD"/>
                </a:solidFill>
              </a:defRPr>
            </a:pPr>
            <a:r>
              <a:t>Hybrid RAG Retrieval, Multi-Agent Claims Orchestration, and Explainable Predictive ML</a:t>
            </a:r>
          </a:p>
          <a:p>
            <a:pPr>
              <a:spcBef>
                <a:spcPts val="2500"/>
              </a:spcBef>
              <a:defRPr sz="1400">
                <a:solidFill>
                  <a:srgbClr val="CBD5E1"/>
                </a:solidFill>
              </a:defRPr>
            </a:pPr>
            <a:r>
              <a:t>Capstone Project Presentation | Property &amp; Casualty Insurance (P&amp;C) Domain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Industry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Industry Pain Points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Carriers process massive claim volumes across Auto, Home, Renters, and Business.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Manual inspection of historical archives takes 18 to 35 days per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Disproportionate adjuster workload leads to settlement inconsistencies.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Insurance fraud accounts for &gt;$308B annual losses across the industry.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Legacy claims management systems lack semantic search and contextual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Questions Addressed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Has a similar claim been processed previously, and what was its settlement outcome?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What claim characteristics drive higher financial exposure or longer resolution times?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Does a new claim exhibit patterns resembling previously flagged fraudulent claims?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can low-risk claims be fast-tracked while flagging suspicious claims for SIU audit?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How to enforce input guardrails and measure recommendation quality objectively?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ClaimLens — End-to-End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9926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371600"/>
            <a:ext cx="3291840" cy="4992624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19" y="1554480"/>
            <a:ext cx="2926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8 Core Subsystems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1. Client UI &amp; External API Calls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2. FastAPI Gateway (Port 8000)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3. Input Validation &amp; Guardrails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4. 7-Agent Sequential Engine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5. Parquet &amp; Chroma Data Layer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6. Hybrid RAG (BM25 + Dense RRF)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7. Calibrated Random Forests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8. MLOps Retraining Feedback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Claims Workflow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1: Intake &amp; Triage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Validates schema &amp; ranges.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Sanitizes prompt injection.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Classifies complexity level.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priority rank (P1–P4).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Establishes target resolution SLA.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2: Investigation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Retrieves peer claim precedents.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Reviews policyholder tenure.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Checks previous claim frequency.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Cross-examines loss timeline.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Summarizes precedent outcomes.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3: Risk Assessment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Predicts fraud probability %.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claim-to-deductible ratio.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Identifies top risk drivers.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Flags coverage anomalies.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Assigns risk tier.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371600"/>
            <a:ext cx="246888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5544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Agent 4: Recommendation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Decides AUTO_APPROVE vs SIU.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Calculates net settlement payout.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Generates actionable checklist.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Produces executive rationale.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Evaluated by LLM Judge (9.3/10).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Predictive Machine Learning &amp; Explainable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Trained ML Estimators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Trained on Hugging Face 100M insurance claims sample.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 Amount Regressor: Predicts expected payout loss distribution.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Resolution Time Regressor: Estimates turnaround days to close claim.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Fraud Risk Classifier: Predicts fraud likelihood based on ground truth.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Sub-10ms inference speed via Scikit-Learn ensemble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Explainable Underwriting Drivers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Short policyholder tenure (&lt;1 yr) triggers new-customer baseline checks.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Repeat claim frequency (&amp;ge;2 prior claims) flags moral hazard risk.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Claim-to-deductible ratio (&gt;20x) indicates outsized financial exposure.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Unusual filing latency (&gt;60 days after incident) triggers verification.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Feature importance transparently surfaced in adjuster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(DeepEval &amp; LLM-as-Judge)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Faithfulness: 95.0% (Grounding in claim facts).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DeepEval Answer Relevancy: 96.0% (Actionable handling steps).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Underwriting Policy Compliance: 95.0% (Adherence to guidelines).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LLM-as-Judge Audit Score: 9.3 / 10.0 (Overall Quality Grade).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Benchmark Test Scenarios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Full test suite passing with 13 automated unit &amp;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400"/>
              </a:spcAft>
              <a:defRPr sz="12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